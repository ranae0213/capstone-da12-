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8" r:id="rId2"/>
    <p:sldId id="266" r:id="rId3"/>
    <p:sldId id="267" r:id="rId4"/>
    <p:sldId id="259" r:id="rId5"/>
    <p:sldId id="261" r:id="rId6"/>
    <p:sldId id="263" r:id="rId7"/>
    <p:sldId id="262" r:id="rId8"/>
    <p:sldId id="264" r:id="rId9"/>
    <p:sldId id="257" r:id="rId10"/>
    <p:sldId id="260" r:id="rId11"/>
    <p:sldId id="25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66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6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2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2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92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56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11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3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23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72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758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969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015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779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8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32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04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C403C7-7DDB-4561-ADAD-4716E883582D}" type="datetimeFigureOut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4CF66AD-59BE-4117-BCA7-EAE093B2F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2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0820ee9b-76d1-4d34-8ff7-68cc3ab6be56/e74e35033512d8c9dbf4?experience=power-bi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0820ee9b-76d1-4d34-8ff7-68cc3ab6be56/89d43b009a68fd064402?experience=power-bi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387F2-0223-E680-03A9-098F0ADD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Music City Analysis by Building Permits </a:t>
            </a:r>
            <a:br>
              <a:rPr lang="en-US" sz="3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</a:br>
            <a:r>
              <a:rPr lang="en-US" sz="3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Tiffany Conway DA12 Capstone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EAF3D0B-3400-463D-7801-4C07482E5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6973" r="-1" b="-1"/>
          <a:stretch/>
        </p:blipFill>
        <p:spPr>
          <a:xfrm>
            <a:off x="1109763" y="1726876"/>
            <a:ext cx="6470907" cy="340113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100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AA4B-6D38-0608-AB12-530ABF6D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41B20-2F84-1D2B-4E4A-10308792F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02D065D-A9B2-49BD-38EC-2A54865FB8A4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4130" r="4130"/>
          <a:stretch/>
        </p:blipFill>
        <p:spPr>
          <a:xfrm>
            <a:off x="4748463" y="2682259"/>
            <a:ext cx="2691242" cy="159151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84F12-3162-E4BD-AB7F-0876CFCCB07D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are people moving to Nashville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growth going to continue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EA4F68-6D2F-B645-46AB-D53FFBE92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Construction Cost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22C15905-BB73-499C-6EE9-F90162EB117B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4071" b="4071"/>
          <a:stretch/>
        </p:blipFill>
        <p:spPr>
          <a:xfrm>
            <a:off x="8262679" y="2682259"/>
            <a:ext cx="2691241" cy="159151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27D20A-B095-421D-0D39-476264CD1357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Commercial and by each permit 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Residential and by each permit type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95B398-0912-DFE3-774E-6F6ADE8901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Location of permits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53D729F6-1977-5F4A-19E2-37254125DB43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l="3527" r="3527"/>
          <a:stretch/>
        </p:blipFill>
        <p:spPr>
          <a:xfrm>
            <a:off x="1238080" y="2636185"/>
            <a:ext cx="2690813" cy="1592263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EE3EBB-B17D-9EC3-65C7-B7DD4F8DB364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Commercial Building locations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Residential building locations</a:t>
            </a:r>
          </a:p>
        </p:txBody>
      </p:sp>
    </p:spTree>
    <p:extLst>
      <p:ext uri="{BB962C8B-B14F-4D97-AF65-F5344CB8AC3E}">
        <p14:creationId xmlns:p14="http://schemas.microsoft.com/office/powerpoint/2010/main" val="216953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A012-72CF-C309-5A5A-548A4701C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B9071-662A-C9BA-38E7-15C075CFB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	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BA2881C9-150F-0AC9-13D1-9BB9794716AD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2563" r="2563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3F21B-9742-DACE-9128-9F2D35ABEB05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86 people daily average moving here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Nashville Projected to grow by 97.4% from 2022 to 2060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455A69-7B3A-2FAC-6E68-0F01214EF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Why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2021BB6-21BC-66DF-F5D8-EAF914DBF704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13240" b="13240"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D709F3-F681-664B-547C-5E856E483C02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Diverse international cultures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Music, night life, Country music hall fame, Music City Center, African American  Museum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FD4E4B-F33F-8312-8698-FA79B5A339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Sports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54DDF7-27A8-31F7-FDF4-3C744E7A1963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139136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Predators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Titans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Soccer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Sounds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Woman's Basketball coming soon 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A1694DE7-F895-75C1-F82F-9929BD55E35F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t="319" b="319"/>
          <a:stretch/>
        </p:blipFill>
        <p:spPr/>
      </p:pic>
    </p:spTree>
    <p:extLst>
      <p:ext uri="{BB962C8B-B14F-4D97-AF65-F5344CB8AC3E}">
        <p14:creationId xmlns:p14="http://schemas.microsoft.com/office/powerpoint/2010/main" val="91696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856BD3-5279-6610-EAD4-647DB4610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98" b="1946"/>
          <a:stretch/>
        </p:blipFill>
        <p:spPr>
          <a:xfrm>
            <a:off x="676656" y="2010922"/>
            <a:ext cx="5647944" cy="48470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A6478-5095-E880-B41A-6E2A797F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Change of Nashville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BA1F27-7E3F-49B9-D22D-BB34ABDDB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568633"/>
            <a:ext cx="3822189" cy="360833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Skyline of 2015 verses skyline of 2024 </a:t>
            </a:r>
          </a:p>
          <a:p>
            <a:r>
              <a:rPr lang="en-US" sz="2000" dirty="0"/>
              <a:t>Population continually increasing and with that must build homes to put the new residences  </a:t>
            </a:r>
          </a:p>
          <a:p>
            <a:r>
              <a:rPr lang="en-US" sz="2000" dirty="0"/>
              <a:t>Headquarters in Nashville include Amazon, Oracle, HCA, Community Health Services, Sony, Vanderbilt, and many more </a:t>
            </a:r>
          </a:p>
        </p:txBody>
      </p:sp>
    </p:spTree>
    <p:extLst>
      <p:ext uri="{BB962C8B-B14F-4D97-AF65-F5344CB8AC3E}">
        <p14:creationId xmlns:p14="http://schemas.microsoft.com/office/powerpoint/2010/main" val="270753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9851-0503-2ED6-94B9-4770B0BB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costs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A0E52-A901-5696-CB94-DF591B22F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34" y="2139714"/>
            <a:ext cx="10052158" cy="457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1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52F4-A130-3FCC-7D5D-77AC19B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Permits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0E35A-19A6-9456-7500-E525F2F69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9" y="3024553"/>
            <a:ext cx="8634878" cy="362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67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9851-0503-2ED6-94B9-4770B0BB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Construction costs 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D12E8-4D91-6AA7-ED9B-77BB2BB85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8" y="1924258"/>
            <a:ext cx="10310884" cy="461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1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FB09-0AC9-3409-8673-F39F0FA6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Residential Permit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06C73-73AC-A088-EF42-8E253AEFE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61" y="2168054"/>
            <a:ext cx="10344777" cy="457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4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889F3-E16C-447A-EC4F-418F9897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Commercial Permits pulled from 8/21 to 8/24 </a:t>
            </a:r>
            <a:r>
              <a:rPr lang="en-US" sz="3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  <a:hlinkClick r:id="rId3"/>
              </a:rPr>
              <a:t>Permits Power BI - Power BI</a:t>
            </a:r>
            <a:endParaRPr lang="en-US" sz="3400" b="0" i="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AB7A661-60F1-3CEF-3545-2E7A347D0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86" y="1143000"/>
            <a:ext cx="7025144" cy="45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8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DD029FC-684F-483A-A8BD-1F092BFFB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3C96DD-C9B2-4B53-AEC5-8CB276D3C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62F19CA-71D7-45F5-9123-CA712C528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886C2A0-05BA-4243-B351-00C64563A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C87CEB4-8F81-455D-A076-159940550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C9FC7F0-1AE4-4459-B8F2-219D7598B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D48B9DA-44B2-4334-96CF-D089EFEC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79089964-B99F-487E-840E-FD3D7E88C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EC4611E9-9EAD-44EF-967C-9F3F3066D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5916A076-E219-44E3-8EB5-1C04EFCD1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764F0A0-D07C-4159-9427-D25058257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3BC003-D6B7-4BF0-937D-4A015F6D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027"/>
            <a:ext cx="12192000" cy="6867027"/>
            <a:chOff x="0" y="-2373"/>
            <a:chExt cx="12192000" cy="686702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903268C-2C5A-4507-9244-86102327B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39F7113-C588-46FB-ADDE-55CEC5981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6481A55-E6DE-4B8B-9847-0230D12F7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52FD8DB-2F6F-462A-9BF4-1E26C9332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E52543D-8290-40DE-990A-27CC1992A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ECC693B-FBF3-45DD-849C-AC1B1B290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6515BC8-A1CA-4EB4-81D8-6A891458F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94608" y="402165"/>
              <a:ext cx="6574058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ED9E2ADE-2C74-4E7D-8701-6AE23ABD4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B7EBD6DC-7188-4268-9886-6535F41A6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493CCA32-0C37-4525-8FFC-D62C5EEFB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E8DEABF-BA3E-1865-4548-7A26FF266570}"/>
              </a:ext>
            </a:extLst>
          </p:cNvPr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Residential Permits pulled 8/21 to 8/24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Permits Power BI - Power BI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B365E-9D22-0ED3-1999-21354DF01A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08" r="1681" b="-1"/>
          <a:stretch/>
        </p:blipFill>
        <p:spPr>
          <a:xfrm>
            <a:off x="5194607" y="1173105"/>
            <a:ext cx="6391533" cy="451179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5014FF2D-4863-43AA-82A7-958E9F743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80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E3E5-3650-E652-D1F8-FE84A60B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Permit Types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B701E-2E66-05B5-2849-4339E2E92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B29D1-C122-7274-8657-ACEC7B53A0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CACA = Building Commercial Addition</a:t>
            </a:r>
          </a:p>
          <a:p>
            <a:r>
              <a:rPr lang="en-US" dirty="0"/>
              <a:t>CACF = Building Commercial Foundation</a:t>
            </a:r>
          </a:p>
          <a:p>
            <a:r>
              <a:rPr lang="en-US" dirty="0"/>
              <a:t>CACG =Building Commercial Structural Frame,    </a:t>
            </a:r>
          </a:p>
          <a:p>
            <a:r>
              <a:rPr lang="en-US" dirty="0"/>
              <a:t>CACH= Building Commercial Shell   </a:t>
            </a:r>
          </a:p>
          <a:p>
            <a:r>
              <a:rPr lang="en-US" dirty="0"/>
              <a:t>CACJ = Building Commercial Fire Damage </a:t>
            </a:r>
          </a:p>
          <a:p>
            <a:r>
              <a:rPr lang="en-US" dirty="0"/>
              <a:t>CACK =Building Commercial Roofing/Siding</a:t>
            </a:r>
          </a:p>
          <a:p>
            <a:r>
              <a:rPr lang="en-US" dirty="0"/>
              <a:t>CACL= Building Commercial Rehab Storm Damage </a:t>
            </a:r>
          </a:p>
          <a:p>
            <a:r>
              <a:rPr lang="en-US" dirty="0"/>
              <a:t>CACN=Building Commercial New</a:t>
            </a:r>
          </a:p>
          <a:p>
            <a:r>
              <a:rPr lang="en-US" dirty="0"/>
              <a:t>CACR=Building Commercial Rehab </a:t>
            </a:r>
          </a:p>
          <a:p>
            <a:r>
              <a:rPr lang="en-US" dirty="0"/>
              <a:t>CACS=Building Commercial New Storm Damage </a:t>
            </a:r>
          </a:p>
          <a:p>
            <a:r>
              <a:rPr lang="en-US" dirty="0"/>
              <a:t>CACT=Building Commercial Tenant Finish Out </a:t>
            </a:r>
          </a:p>
          <a:p>
            <a:r>
              <a:rPr lang="en-US" dirty="0"/>
              <a:t>CACP=Building Commercial Change of Contractor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F5498-00C4-5C6A-9BCA-B518FAF31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Residential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1E0B7-BAEB-FCF5-473C-3B74A6BEC0B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CARA= Building Residential Addition</a:t>
            </a:r>
          </a:p>
          <a:p>
            <a:r>
              <a:rPr lang="en-US" dirty="0"/>
              <a:t>CARE= Building Residential Amend Permit</a:t>
            </a:r>
          </a:p>
          <a:p>
            <a:r>
              <a:rPr lang="en-US" dirty="0"/>
              <a:t>CARF=Building Residential Foundation</a:t>
            </a:r>
          </a:p>
          <a:p>
            <a:r>
              <a:rPr lang="en-US" dirty="0"/>
              <a:t>CARK=Building Residential Roofing/Siding</a:t>
            </a:r>
          </a:p>
          <a:p>
            <a:r>
              <a:rPr lang="en-US" dirty="0"/>
              <a:t>CARL= Building Residential Rehab Storm Damage  </a:t>
            </a:r>
          </a:p>
          <a:p>
            <a:r>
              <a:rPr lang="en-US" dirty="0"/>
              <a:t>CARN=Building Residential New</a:t>
            </a:r>
          </a:p>
          <a:p>
            <a:r>
              <a:rPr lang="en-US" dirty="0"/>
              <a:t>CARR=Building Residential Rehab</a:t>
            </a:r>
          </a:p>
          <a:p>
            <a:r>
              <a:rPr lang="en-US" dirty="0"/>
              <a:t>CARS=Building Residential New Storm Damage</a:t>
            </a:r>
          </a:p>
          <a:p>
            <a:r>
              <a:rPr lang="en-US" dirty="0"/>
              <a:t>CART=Building Residential Tenant Finish Out</a:t>
            </a:r>
          </a:p>
          <a:p>
            <a:r>
              <a:rPr lang="en-US" dirty="0"/>
              <a:t>CARP=Building Residential Change of Contractor</a:t>
            </a:r>
          </a:p>
        </p:txBody>
      </p:sp>
    </p:spTree>
    <p:extLst>
      <p:ext uri="{BB962C8B-B14F-4D97-AF65-F5344CB8AC3E}">
        <p14:creationId xmlns:p14="http://schemas.microsoft.com/office/powerpoint/2010/main" val="864183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FDDF-D72D-901B-DE95-77CAF2C7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B6AC4-E549-D7D4-DAC6-AC694E83E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F9D18-E200-28DC-2963-BA08CC062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Residential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43AE9-724D-22EA-023F-2D6968CF89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Growth 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7A9E307-88B0-7629-526A-1F0B6216DE7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3605" b="3605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2FB97C-066C-2F86-4FCA-58701BEAE822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dirty="0"/>
              <a:t>916.97 million over 4 year span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AD3689-4D6E-EBE5-2496-224E1A42C260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/>
              <a:t>Total Construction costs over all permits 730.75 million 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2C2451-7AE8-620C-D348-73D241EFB2F0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 dirty="0"/>
              <a:t>Career path will stay the same as well confirmed that want to be apart of the growth in music city 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E90D9BD-D377-CF7B-2706-AF2253810EAB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5934" b="5934"/>
          <a:stretch/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CCF8C15-367D-86B1-F994-B80759392D6E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l="2814" r="2814"/>
          <a:stretch/>
        </p:blipFill>
        <p:spPr/>
      </p:pic>
    </p:spTree>
    <p:extLst>
      <p:ext uri="{BB962C8B-B14F-4D97-AF65-F5344CB8AC3E}">
        <p14:creationId xmlns:p14="http://schemas.microsoft.com/office/powerpoint/2010/main" val="3995678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6292</TotalTime>
  <Words>354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Music City Analysis by Building Permits  Tiffany Conway DA12 Capstone</vt:lpstr>
      <vt:lpstr>Project Overview </vt:lpstr>
      <vt:lpstr>Motivations </vt:lpstr>
      <vt:lpstr>Change of Nashville </vt:lpstr>
      <vt:lpstr>Construction costs </vt:lpstr>
      <vt:lpstr>Commercial Permits </vt:lpstr>
      <vt:lpstr>Construction costs </vt:lpstr>
      <vt:lpstr>Residential Permit </vt:lpstr>
      <vt:lpstr>Commercial Permits pulled from 8/21 to 8/24 Permits Power BI - Power BI</vt:lpstr>
      <vt:lpstr>PowerPoint Presentation</vt:lpstr>
      <vt:lpstr>Permit Types </vt:lpstr>
      <vt:lpstr>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Tiffany Conway</dc:creator>
  <cp:lastModifiedBy>Tiffany Conway</cp:lastModifiedBy>
  <cp:revision>23</cp:revision>
  <dcterms:created xsi:type="dcterms:W3CDTF">2024-10-12T15:52:22Z</dcterms:created>
  <dcterms:modified xsi:type="dcterms:W3CDTF">2024-10-22T01:30:11Z</dcterms:modified>
</cp:coreProperties>
</file>